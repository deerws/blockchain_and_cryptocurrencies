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82296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32588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32004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82296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32588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32004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82296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32588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32004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82296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109728" cy="109728"/>
          </a:xfrm>
          <a:prstGeom prst="ellipse">
            <a:avLst/>
          </a:prstGeom>
          <a:solidFill>
            <a:srgbClr val="4A8BC9">
              <a:alpha val="35000"/>
            </a:srgbClr>
          </a:solidFill>
          <a:ln w="12700">
            <a:solidFill>
              <a:srgbClr val="4A8BC9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ChainScore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spc="1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 Scoring for the DeFi Era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Pinheiro Paes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  ·  UFSC Computer Science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paes.andre33@gmail.com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194560" cy="347472"/>
          </a:xfrm>
          <a:prstGeom prst="rect">
            <a:avLst>
              <a:gd name="adj" fmla="val 1315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lending is broken.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54864" cy="640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required on every loan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54864" cy="640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TVL — zero credit assessment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54864" cy="64008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91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creditworthy users can borrow without overcollateral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ChainScore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325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score any Ethereum wallet in seconds — no bank, no bureau.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205740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2057400"/>
            <a:ext cx="54864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122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386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watch wallets 24/7 and alert on risk changes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88036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880360"/>
            <a:ext cx="54864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35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Anchoring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209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hashed to Ethereum — tamper-proof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7033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703320"/>
            <a:ext cx="54864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758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REST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endpoint for fintechs and digital banks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 &amp;  TRACTION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1645920"/>
            <a:ext cx="457200" cy="36576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wallet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41732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14600" y="1645920"/>
            <a:ext cx="457200" cy="36576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history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1645920"/>
            <a:ext cx="457200" cy="36576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43400" y="20848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Score 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 / 1000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High 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 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750+  Low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914400"/>
            <a:ext cx="36576" cy="34747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960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760720" y="1472184"/>
            <a:ext cx="164592" cy="164592"/>
          </a:xfrm>
          <a:prstGeom prst="ellipse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33872" y="1636776"/>
            <a:ext cx="27432" cy="47548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1435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validated, dataset curation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60720" y="2084832"/>
            <a:ext cx="164592" cy="164592"/>
          </a:xfrm>
          <a:prstGeom prst="ellipse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33872" y="2249424"/>
            <a:ext cx="27432" cy="47548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backend — indexing + scoring pipeline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760720" y="2697480"/>
            <a:ext cx="164592" cy="164592"/>
          </a:xfrm>
          <a:prstGeom prst="ellipse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33872" y="2862072"/>
            <a:ext cx="27432" cy="47548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660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2843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layer + testnet smart contract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3310128"/>
            <a:ext cx="164592" cy="16459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33872" y="3474720"/>
            <a:ext cx="27432" cy="47548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LOI — Brazilian crypto fintech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3922776"/>
            <a:ext cx="164592" cy="164592"/>
          </a:xfrm>
          <a:prstGeom prst="ellipse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350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 + public API launch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800 ms average API response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André can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371600" cy="13716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574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Pinheiro Paes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CTO  ·  UFSC Computer Science (2027)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34640"/>
            <a:ext cx="54864" cy="822960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JaCaMo fraud detection agent for Santa Catarina Public Prosecutor's Office (MPSC)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834640"/>
            <a:ext cx="54864" cy="822960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145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pipelines at SC2C.Aero — SentenceTransformers, classification, Docker microservices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54864" cy="822960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056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FastAPI, PostgreSQL, Supabase, RAG architecture at NeDIP/UFSC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794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794760"/>
            <a:ext cx="54864" cy="822960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849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Blockchain-Adjacent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1056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design, Ethereum architecture, DeFi protocol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SaaS. Massive upside.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389120" cy="640080"/>
          </a:xfrm>
          <a:prstGeom prst="rect">
            <a:avLst/>
          </a:prstGeom>
          <a:solidFill>
            <a:srgbClr val="162B4E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99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3807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queries / 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4389120" cy="640080"/>
          </a:xfrm>
          <a:prstGeom prst="rect">
            <a:avLst/>
          </a:prstGeom>
          <a:solidFill>
            <a:srgbClr val="162B4E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305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500/mo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queries, all wallets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4389120" cy="640080"/>
          </a:xfrm>
          <a:prstGeom prst="rect">
            <a:avLst/>
          </a:prstGeom>
          <a:solidFill>
            <a:srgbClr val="162B4E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8803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2,000/mo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172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queries + alerts SLA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4389120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630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25,000+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3922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+ custom models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USD 200M+ by 2028  ·  Margins 70%+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347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685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
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250,000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496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2011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Infra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011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2276856"/>
            <a:ext cx="3383280" cy="164592"/>
          </a:xfrm>
          <a:prstGeom prst="rect">
            <a:avLst/>
          </a:prstGeom>
          <a:solidFill>
            <a:srgbClr val="162B4E"/>
          </a:solidFill>
          <a:ln w="12700">
            <a:solidFill>
              <a:srgbClr val="162B4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276856"/>
            <a:ext cx="2029968" cy="16459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2670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Audit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26700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8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94960" y="2935224"/>
            <a:ext cx="3383280" cy="164592"/>
          </a:xfrm>
          <a:prstGeom prst="rect">
            <a:avLst/>
          </a:prstGeom>
          <a:solidFill>
            <a:srgbClr val="162B4E"/>
          </a:solidFill>
          <a:ln w="12700">
            <a:solidFill>
              <a:srgbClr val="162B4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2935224"/>
            <a:ext cx="676656" cy="164592"/>
          </a:xfrm>
          <a:prstGeom prst="rect">
            <a:avLst/>
          </a:prstGeom>
          <a:solidFill>
            <a:srgbClr val="4A8BC9"/>
          </a:solidFill>
          <a:ln w="12700">
            <a:solidFill>
              <a:srgbClr val="4A8B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33284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3328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94960" y="3593592"/>
            <a:ext cx="3383280" cy="164592"/>
          </a:xfrm>
          <a:prstGeom prst="rect">
            <a:avLst/>
          </a:prstGeom>
          <a:solidFill>
            <a:srgbClr val="162B4E"/>
          </a:solidFill>
          <a:ln w="12700">
            <a:solidFill>
              <a:srgbClr val="162B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3593592"/>
            <a:ext cx="676656" cy="164592"/>
          </a:xfrm>
          <a:prstGeom prst="rect">
            <a:avLst/>
          </a:prstGeom>
          <a:solidFill>
            <a:srgbClr val="8BA4C0"/>
          </a:solidFill>
          <a:ln w="12700">
            <a:solidFill>
              <a:srgbClr val="8BA4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858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runway to MVP + pilot close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94960" y="4224528"/>
            <a:ext cx="3383280" cy="6217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4224528"/>
            <a:ext cx="338328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chainscore.dev  · 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paes.andre33@gmail.com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ChainScore – Investor Pitch</dc:title>
  <dc:subject>PptxGenJS Presentation</dc:subject>
  <dc:creator>André Pinheiro Paes</dc:creator>
  <cp:lastModifiedBy>André Pinheiro Paes</cp:lastModifiedBy>
  <cp:revision>1</cp:revision>
  <dcterms:created xsi:type="dcterms:W3CDTF">2026-05-05T23:51:30Z</dcterms:created>
  <dcterms:modified xsi:type="dcterms:W3CDTF">2026-05-05T23:51:30Z</dcterms:modified>
</cp:coreProperties>
</file>